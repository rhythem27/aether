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Apple Inc. (AAPL)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Apple Inc. (AAPL).</a:t>
            </a:r>
            <a:br/>
            <a:r>
              <a:t>Key Profile: SEC EDGAR Company profile and CIK mapping resource for ticker: AAPL</a:t>
            </a:r>
            <a:br/>
            <a:r>
              <a:t>Risk Rating: Low Risk (Score: 15.0/100).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22.1x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BULLISH_EXPANSION | Momentum Score: 0.72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AAPL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1</a:t>
            </a:r>
            <a:br/>
            <a:r>
              <a:t>• Relationships Built: 0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