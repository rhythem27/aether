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017"/>
                </a:solidFill>
              </a:defRPr>
            </a:pPr>
            <a:r>
              <a:t>INSTITUTIONAL DUE DILIGENCE PITCH BOOK</a:t>
            </a:r>
          </a:p>
          <a:p>
            <a:pPr>
              <a:defRPr sz="4000" b="1">
                <a:solidFill>
                  <a:srgbClr val="0A2540"/>
                </a:solidFill>
              </a:defRPr>
            </a:pPr>
            <a:r>
              <a:t>NVIDIA Corporation (NVDA)</a:t>
            </a:r>
          </a:p>
          <a:p>
            <a:pPr>
              <a:defRPr sz="1400">
                <a:solidFill>
                  <a:srgbClr val="646E78"/>
                </a:solidFill>
              </a:defRPr>
            </a:pPr>
            <a:r>
              <a:t>Automated Swarm Analysis &amp; Financial Valuation Deck | August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NVDA — 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Strategic Assessment &amp; Key Findings: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Autonomous Financial Intelligence &amp; Due Diligence Report for NVIDIA Corporation (NVDA).</a:t>
            </a:r>
            <a:br/>
            <a:r>
              <a:t>Key Profile: SEC EDGAR Company profile and CIK mapping resource for ticker: NVDA</a:t>
            </a:r>
            <a:br/>
            <a:r>
              <a:t>Risk Rating: Low Risk (Score: 15.0/100).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NVDA — Valuation Multiples &amp; Financial Ratios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 Indicator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Benchmark Rating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P/E Ratio (Estimated)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28.4x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EV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22.1x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Financial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15.0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NVDA — Sentiment Momentum &amp; Qualitative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QoQ Sentiment Trajectory:</a:t>
            </a:r>
          </a:p>
          <a:p>
            <a:pPr>
              <a:defRPr sz="1600">
                <a:solidFill>
                  <a:srgbClr val="D4A017"/>
                </a:solidFill>
              </a:defRPr>
            </a:pPr>
            <a:r>
              <a:t>Direction: BULLISH_EXPANSION | Momentum Score: 0.72</a:t>
            </a:r>
          </a:p>
          <a:p>
            <a:br/>
            <a:pPr>
              <a:defRPr sz="1800" b="1">
                <a:solidFill>
                  <a:srgbClr val="0A2540"/>
                </a:solidFill>
              </a:defRPr>
            </a:pPr>
            <a:r>
              <a:t>Qualitative Compliance Matrix: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Regulatory Status: COMPLIANT</a:t>
            </a:r>
            <a:br/>
            <a:r>
              <a:t>• Litigation Risk Level: LOW</a:t>
            </a:r>
            <a:br/>
            <a:r>
              <a:t>• Governance Score: 92.0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NVDA — Knowledge Graph &amp; Cryptographic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Neo4j Financial Graph Cluster Integration: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Graph Nodes Committed: 1</a:t>
            </a:r>
            <a:br/>
            <a:r>
              <a:t>• Relationships Built: 0</a:t>
            </a:r>
            <a:br/>
            <a:r>
              <a:t>• Vector Graph Fusion: Active Single-Pass Reranker</a:t>
            </a:r>
          </a:p>
          <a:p>
            <a:br/>
            <a:pPr>
              <a:defRPr sz="1400">
                <a:solidFill>
                  <a:srgbClr val="282C34"/>
                </a:solidFill>
              </a:defRPr>
            </a:pPr>
            <a:r>
              <a:t>Cryptographic Audit Trail:</a:t>
            </a:r>
            <a:br/>
            <a:r>
              <a:t>• Audit Status: SEBI (Research Analysts) Regulations 2014 Compliant</a:t>
            </a:r>
            <a:br/>
            <a:r>
              <a:t>• Provenance Verification: Full SHA-256 Ledger Lineage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