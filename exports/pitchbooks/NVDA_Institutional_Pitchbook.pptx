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D4A017"/>
                </a:solidFill>
              </a:defRPr>
            </a:pPr>
            <a:r>
              <a:t>INSTITUTIONAL DUE DILIGENCE PITCH BOOK</a:t>
            </a:r>
          </a:p>
          <a:p>
            <a:pPr>
              <a:defRPr sz="4000" b="1">
                <a:solidFill>
                  <a:srgbClr val="0A2540"/>
                </a:solidFill>
              </a:defRPr>
            </a:pPr>
            <a:r>
              <a:t>NVDA (NVDA)</a:t>
            </a:r>
          </a:p>
          <a:p>
            <a:pPr>
              <a:defRPr sz="1400">
                <a:solidFill>
                  <a:srgbClr val="646E78"/>
                </a:solidFill>
              </a:defRPr>
            </a:pPr>
            <a:r>
              <a:t>Automated Swarm Analysis &amp; Financial Valuation Deck | August 19,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NVDA — Executive Summary &amp;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Strategic Assessment &amp; Key Findings: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Autonomous Financial Intelligence &amp; Due Diligence Report for NVDA (NVDA).</a:t>
            </a:r>
            <a:br/>
            <a:r>
              <a:t>Key Profile: SEC EDGAR Company profile and CIK mapping resource for ticker: NVDA</a:t>
            </a:r>
            <a:br/>
            <a:r>
              <a:t>Risk Rating: Low Risk (Score: 15.0/100).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NVDA — Valuation Multiples &amp; Financial Ratios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103628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4298"/>
                <a:gridCol w="3454298"/>
                <a:gridCol w="3454299"/>
              </a:tblGrid>
              <a:tr h="8229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Metric / Model Indicator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</a:defRPr>
                      </a:pPr>
                      <a:r>
                        <a:t>Benchmark Rating</a:t>
                      </a:r>
                    </a:p>
                  </a:txBody>
                  <a:tcPr>
                    <a:solidFill>
                      <a:srgbClr val="0A254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Profit Margin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STRONG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P/E Ratio (Estimated)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28.4x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FAIR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EV /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22.1x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EXPENSIVE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Financial Risk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15.0 / 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82C34"/>
                          </a:solidFill>
                        </a:defRPr>
                      </a:pPr>
                      <a:r>
                        <a:t>Low Risk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NVDA — Sentiment Momentum &amp; Qualitative Risk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QoQ Sentiment Trajectory:</a:t>
            </a:r>
          </a:p>
          <a:p>
            <a:pPr>
              <a:defRPr sz="1600">
                <a:solidFill>
                  <a:srgbClr val="D4A017"/>
                </a:solidFill>
              </a:defRPr>
            </a:pPr>
            <a:r>
              <a:t>Direction: BULLISH_EXPANSION | Momentum Score: 0.72</a:t>
            </a:r>
          </a:p>
          <a:p>
            <a:br/>
            <a:pPr>
              <a:defRPr sz="1800" b="1">
                <a:solidFill>
                  <a:srgbClr val="0A2540"/>
                </a:solidFill>
              </a:defRPr>
            </a:pPr>
            <a:r>
              <a:t>Qualitative Compliance Matrix: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• Regulatory Status: COMPLIANT</a:t>
            </a:r>
            <a:br/>
            <a:r>
              <a:t>• Litigation Risk Level: LOW</a:t>
            </a:r>
            <a:br/>
            <a:r>
              <a:t>• Governance Score: 92.0 / 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A2540"/>
                </a:solidFill>
              </a:defRPr>
            </a:pPr>
            <a:r>
              <a:t>NVDA — Knowledge Graph &amp; Cryptographic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A2540"/>
                </a:solidFill>
              </a:defRPr>
            </a:pPr>
            <a:r>
              <a:t>Neo4j Financial Graph Cluster Integration:</a:t>
            </a:r>
          </a:p>
          <a:p>
            <a:pPr>
              <a:defRPr sz="1400">
                <a:solidFill>
                  <a:srgbClr val="282C34"/>
                </a:solidFill>
              </a:defRPr>
            </a:pPr>
            <a:r>
              <a:t>• Graph Nodes Committed: 1</a:t>
            </a:r>
            <a:br/>
            <a:r>
              <a:t>• Relationships Built: 0</a:t>
            </a:r>
            <a:br/>
            <a:r>
              <a:t>• Vector Graph Fusion: Active Single-Pass Reranker</a:t>
            </a:r>
          </a:p>
          <a:p>
            <a:br/>
            <a:pPr>
              <a:defRPr sz="1400">
                <a:solidFill>
                  <a:srgbClr val="282C34"/>
                </a:solidFill>
              </a:defRPr>
            </a:pPr>
            <a:r>
              <a:t>Cryptographic Audit Trail:</a:t>
            </a:r>
            <a:br/>
            <a:r>
              <a:t>• Audit Status: SEBI (Research Analysts) Regulations 2014 Compliant</a:t>
            </a:r>
            <a:br/>
            <a:r>
              <a:t>• Provenance Verification: Full SHA-256 Ledger Lineage Preserved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